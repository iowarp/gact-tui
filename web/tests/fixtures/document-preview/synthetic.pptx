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evidence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evidence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 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 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synthetic 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28800"/>
            <a:ext cx="5486400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